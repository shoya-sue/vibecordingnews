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8229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NewsAI-VibeCording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VibeCoding / Claude Code ニュース配信 AI Discord Bot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完全無料構成  |  GitHub Actions + Cloudflare Workers + Gemini API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なぜこのBotが必要なのか？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749040" cy="329184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0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😩  課題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VibeCoding / Claude Code 関連の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情報が分散している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Zenn, Qiita, Note, GitHub, 公式ブログ...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毎日チェックするのは大変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英語の公式リリースも見逃しがち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新機能を知らずに損をしている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749040" cy="329184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✨  解決策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AIが自動で集めて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Discordに届けてくれる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8つのRSSソースを自動巡回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AIが日本語で要約して配信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聞きたい時に /news で即座に取得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AIキャラクターが楽しく教えてくれる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システムアーキテクチャ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320040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情報ソース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Zenn (4トピック)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Qiita (2タグ)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News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5603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FA5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108960" y="1188720"/>
            <a:ext cx="2926080" cy="320040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処理エンジン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91840" y="2286000"/>
            <a:ext cx="2560320" cy="914400"/>
          </a:xfrm>
          <a:prstGeom prst="rect">
            <a:avLst/>
          </a:prstGeom>
          <a:solidFill>
            <a:srgbClr val="16233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3774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9476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定時配信 (10:00/15:00)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291840" y="3337560"/>
            <a:ext cx="2560320" cy="914400"/>
          </a:xfrm>
          <a:prstGeom prst="rect">
            <a:avLst/>
          </a:prstGeom>
          <a:solidFill>
            <a:srgbClr val="16233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4290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94760" y="33832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対話Bot (/news, /ask)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1264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FA5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3"/>
          <p:cNvSpPr/>
          <p:nvPr/>
        </p:nvSpPr>
        <p:spPr>
          <a:xfrm>
            <a:off x="6675120" y="1188720"/>
            <a:ext cx="2011680" cy="320040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32588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6656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Discord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85800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Embed形式配信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AI要約付き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キャラ応答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309360" y="411480"/>
            <a:ext cx="2377440" cy="32004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4" name="Text 17"/>
          <p:cNvSpPr/>
          <p:nvPr/>
        </p:nvSpPr>
        <p:spPr>
          <a:xfrm>
            <a:off x="6309360" y="411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Gemini 2.0 Flash-Lite (無料)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主な機能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749040" cy="155448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定時配信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毎日10:00/15:00に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最新5件を自動配信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749040" cy="155448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508760"/>
            <a:ext cx="640080" cy="64008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対話Bot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943600" y="1874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/news /ask /status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Commandで即応答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749040" cy="155448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AI要約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4592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Geminiが記事を要約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キャラクターの口調で配信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46320" y="3017520"/>
            <a:ext cx="3749040" cy="155448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0" y="3337560"/>
            <a:ext cx="640080" cy="64008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429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重複防止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94360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配信済みCSVで管理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同じ記事は二度と配信しない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AIキャラクター「VibeちゃんBot」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2801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VibeちゃんBot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明るくテンション高めの技術オタク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VibeCodingが大好き！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語尾は「〜だよ！」「〜なの！」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たまに技術ダジャレを言う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config.jsonで別キャラに変更可能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749040" cy="3566160"/>
          </a:xfrm>
          <a:prstGeom prst="rect">
            <a:avLst/>
          </a:prstGeom>
          <a:solidFill>
            <a:srgbClr val="2C2F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discord-news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0" y="1600200"/>
            <a:ext cx="3383280" cy="18288"/>
          </a:xfrm>
          <a:prstGeom prst="rect">
            <a:avLst/>
          </a:prstGeom>
          <a:solidFill>
            <a:srgbClr val="40444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737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8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 Claude Codeの便利な使い方は？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24688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VibeちゃんBot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おっ、いい質問だよ！Claude Codeは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にプロジェクトのルールを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書いておくと自動で読んでくれるの！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これがVibeの秘訣なの！🎵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0" y="3886200"/>
            <a:ext cx="3383280" cy="18288"/>
          </a:xfrm>
          <a:prstGeom prst="rect">
            <a:avLst/>
          </a:prstGeom>
          <a:solidFill>
            <a:srgbClr val="40444B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977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VibeちゃんBot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やっほ〜！☕ 午後のニュース3件！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コスト &amp; 技術スタック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182880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月額コスト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09728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サービス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費用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2,000分/月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1,000回/日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Workers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10万req/日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 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制限なし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383280"/>
            <a:ext cx="1554480" cy="128016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520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240280" y="3383280"/>
            <a:ext cx="1554480" cy="128016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5204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4028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931920" y="3383280"/>
            <a:ext cx="1554480" cy="128016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5204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3192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623560" y="3383280"/>
            <a:ext cx="1554480" cy="128016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52044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2356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315200" y="3383280"/>
            <a:ext cx="1554480" cy="1280160"/>
          </a:xfrm>
          <a:prstGeom prst="rect">
            <a:avLst/>
          </a:prstGeom>
          <a:solidFill>
            <a:srgbClr val="1A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52044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1520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Vibe!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NewsAI-VibeCording で情報収集を自動化しよう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188720" y="3383280"/>
            <a:ext cx="457200" cy="45720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GitHubにリポジトリ作成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49040" y="3383280"/>
            <a:ext cx="457200" cy="45720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0" name="Text 7"/>
          <p:cNvSpPr/>
          <p:nvPr/>
        </p:nvSpPr>
        <p:spPr>
          <a:xfrm>
            <a:off x="37490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184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Secrets設定 &amp; Worker Deploy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3383280"/>
            <a:ext cx="457200" cy="45720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5216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Discordで /news を実行！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github.com/&lt;your-username&gt;/NewsAI-VibeCording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NewsAI-VibeCording</dc:title>
  <dc:subject>PptxGenJS Presentation</dc:subject>
  <dc:creator>Guzen</dc:creator>
  <cp:lastModifiedBy>Guzen</cp:lastModifiedBy>
  <cp:revision>1</cp:revision>
  <dcterms:created xsi:type="dcterms:W3CDTF">2026-03-03T04:05:19Z</dcterms:created>
  <dcterms:modified xsi:type="dcterms:W3CDTF">2026-03-03T04:05:19Z</dcterms:modified>
</cp:coreProperties>
</file>